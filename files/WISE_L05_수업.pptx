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AI가 나를 도와주는 순간과 나를 대신하는 순간을 구분해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자전거 보조바퀴와 자전거를 대신 타 주는 사람, 무엇이 다른가요?</a:t>
            </a:r>
          </a:p>
          <a:p>
            <a:r>
              <a:t>  · 보조바퀴는 내가 타고, 대신 타 주면 나는 못 배웁니다.</a:t>
            </a:r>
          </a:p>
          <a:p>
            <a:r>
              <a:t>- AI도 그럴 수 있을까요?</a:t>
            </a:r>
          </a:p>
          <a:p>
            <a:r>
              <a:t>  · 도와줄 때와 대신해 줄 때가 다를 것 같습니다.</a:t>
            </a:r>
          </a:p>
          <a:p/>
          <a:p>
            <a:r>
              <a:t>준비물</a:t>
            </a:r>
          </a:p>
          <a:p>
            <a:r>
              <a:t>☆ 비유 그림 PPT</a:t>
            </a:r>
          </a:p>
          <a:p>
            <a:r>
              <a:t>★ 학습문제 PPT</a:t>
            </a:r>
          </a:p>
          <a:p>
            <a:r>
              <a:t>△ 도덕과 관계 영역과 연계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장면 카드 나누기</a:t>
            </a:r>
          </a:p>
          <a:p>
            <a:r>
              <a:t>- 장면 카드 12장을 보조와 대행으로 나눠 봅시다.</a:t>
            </a:r>
          </a:p>
          <a:p>
            <a:r>
              <a:t>  · ‘독후감을 다 써 달라고 했다’는 대행입니다.</a:t>
            </a:r>
          </a:p>
          <a:p>
            <a:r>
              <a:t>- ‘어려운 낱말의 뜻을 물었다’는 어디인가요?</a:t>
            </a:r>
          </a:p>
          <a:p>
            <a:r>
              <a:t>  · 보조입니다. 읽고 이해하는 것은 제가 하니까요.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애매한 카드 토의하기</a:t>
            </a:r>
          </a:p>
          <a:p>
            <a:r>
              <a:t>- 모둠마다 다르게 놓은 카드를 골라 왜 그렇게 생각했는지 말해 봅시다.</a:t>
            </a:r>
          </a:p>
          <a:p>
            <a:r>
              <a:t>  · ‘글을 다듬어 달라고 했다’는 내 생각이 남아 있으면 보조라고 생각합니다.</a:t>
            </a:r>
          </a:p>
          <a:p>
            <a:r>
              <a:t>- 그렇다면 보조와 대행을 가르는 기준은 무엇일까요?</a:t>
            </a:r>
          </a:p>
          <a:p>
            <a:r>
              <a:t>  · 생각을 누가 했는지, 마지막 결정을 누가 했는지입니다.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사람이 할 일 정리하기</a:t>
            </a:r>
          </a:p>
          <a:p>
            <a:r>
              <a:t>- 어떤 경우에도 사람이 해야 할 일을 모둠에서 3가지 적어 봅시다.</a:t>
            </a:r>
          </a:p>
          <a:p>
            <a:r>
              <a:t>  · 무엇을 쓸지 정하기, 사실인지 확인하기, 마지막 결정하기입니다.</a:t>
            </a:r>
          </a:p>
          <a:p/>
          <a:p>
            <a:r>
              <a:t>준비물·유의점</a:t>
            </a:r>
          </a:p>
          <a:p>
            <a:r>
              <a:t>★ AI 활용 장면 카드 12장</a:t>
            </a:r>
          </a:p>
          <a:p>
            <a:r>
              <a:t>★ 웹앱 보조·대행 분류판</a:t>
            </a:r>
          </a:p>
          <a:p>
            <a:r>
              <a:t>△ 정답 맞히기가 아니라 근거 말하기에 초점</a:t>
            </a:r>
          </a:p>
          <a:p>
            <a:r>
              <a:t>△ 자기 경험을 밝히기 어려워하는 학생은 카드로만 참여하게 허용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장면별 보조·대행 비율과 의견이 갈린 장면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정답 맞히기가 아니라 근거 말하기에 초점을 둔다.</a:t>
            </a:r>
          </a:p>
          <a:p>
            <a:r>
              <a:t>자기 경험을 밝히기 어려워하는 학생은 카드로만 참여하게 허용한다.</a:t>
            </a:r>
          </a:p>
          <a:p>
            <a:r>
              <a:t>솔직하게 말한 학생을 지지해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최근 내가 AI를 쓴 장면은 보조였나요, 대행이었나요?</a:t>
            </a:r>
          </a:p>
          <a:p>
            <a:r>
              <a:t>  · 숙제를 대신 시킨 적이 있어서 대행에 가까웠습니다.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솔직하게 말한 학생을 지지해 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네 가지 신호로 더 자세히 나누어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솔직하게 말한 학생을 지지해 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5차시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보조자일까, 대행자일까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AI가 나를 도와주는 순간과 나를 대신하는 순간을 구분해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AI가 나를 도와주는 순간과 나를 대신하는 순간을 구분해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자전거 보조바퀴와 자전거를 대신 타 주는 사람, 무엇이 다른가요?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AI도 그럴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장면 카드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장면 카드 12장을 보조와 대행으로 나눠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‘어려운 낱말의 뜻을 물었다’는 어디인가요?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애매한 카드 토의하기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모둠마다 다르게 놓은 카드를 골라 왜 그렇게 생각했는지 말해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그렇다면 보조와 대행을 가르는 기준은 무엇일까요?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사람이 할 일 정리하기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어떤 경우에도 사람이 해야 할 일을 모둠에서 3가지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보조·대행 분류판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AI 활용 장면 12개를 보조와 대행으로 분류하고, 모둠 사이에 갈린 장면을 학급 화면에서 다시 토의한다.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장면 카드 2칸 분류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근거 한 줄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집계와 갈린 카드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사람이 할 일 목록 모으기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인쇄 장면 카드와 모둠 분류판만으로 진행하고, 학급 집계는 칠판 스티커로 대신한다.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최근 내가 AI를 쓴 장면은 보조였나요, 대행이었나요?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네 가지 신호로 더 자세히 나누어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보조·대행 분류판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AI 활용 장면 12개를 보조와 대행으로 분류하고, 모둠 사이에 갈린 장면을 학급 화면에서 다시 토의한다.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https://legoschool.github.io/wise-ai/webapp/L05/</a:t>
            </a:r>
          </a:p>
        </p:txBody>
      </p:sp>
      <p:pic>
        <p:nvPicPr>
          <p:cNvPr id="6" name="Picture 5" descr="L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5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5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장면 카드 2칸 분류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몸풀기</a:t>
            </a:r>
          </a:p>
        </p:txBody>
      </p:sp>
      <p:pic>
        <p:nvPicPr>
          <p:cNvPr id="4" name="Picture 3" descr="L05_3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근거 한 줄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판정</a:t>
            </a:r>
          </a:p>
        </p:txBody>
      </p:sp>
      <p:pic>
        <p:nvPicPr>
          <p:cNvPr id="4" name="Picture 3" descr="L05_4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학급 집계와 갈린 카드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우리 반과 견주기</a:t>
            </a:r>
          </a:p>
        </p:txBody>
      </p:sp>
      <p:pic>
        <p:nvPicPr>
          <p:cNvPr id="4" name="Picture 3" descr="L05_5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사람이 할 일 목록 모으기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fix</a:t>
            </a:r>
          </a:p>
        </p:txBody>
      </p:sp>
      <p:pic>
        <p:nvPicPr>
          <p:cNvPr id="4" name="Picture 3" descr="L05_6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fix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수칙 회의실</a:t>
            </a:r>
          </a:p>
        </p:txBody>
      </p:sp>
      <p:pic>
        <p:nvPicPr>
          <p:cNvPr id="4" name="Picture 3" descr="L05_7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수칙 회의실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장면별 보조·대행 비율과 의견이 갈린 장면 표시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같은 도구라도 어떤 역할을 맡기느냐에 따라 보조가 되기도 하고 대행이 되기도 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문제에 따라 AI를 쓸지 말지, 어떻게 쓸지가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