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AI에 넣어도 되는 정보와 넣으면 안 되는 정보를 가려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친구가 AI에게 ‘우리 반 ○○이랑 싸웠는데 어떡하지’라고 물었습니다. 괜찮을까요?</a:t>
            </a:r>
          </a:p>
          <a:p>
            <a:r>
              <a:t>  · 친구 이름이 들어가서 걱정됩니다.</a:t>
            </a:r>
          </a:p>
          <a:p>
            <a:r>
              <a:t>- 한 번 넣은 정보는 다시 지울 수 있을까요?</a:t>
            </a:r>
          </a:p>
          <a:p>
            <a:r>
              <a:t>  · 지우기 어렵다고 들었습니다.</a:t>
            </a:r>
          </a:p>
          <a:p/>
          <a:p>
            <a:r>
              <a:t>준비물</a:t>
            </a:r>
          </a:p>
          <a:p>
            <a:r>
              <a:t>☆ 상황 제시 PPT</a:t>
            </a:r>
          </a:p>
          <a:p>
            <a:r>
              <a:t>★ 학습문제 PPT</a:t>
            </a:r>
          </a:p>
          <a:p>
            <a:r>
              <a:t>△ 특정 학생의 실제 사례를 예로 들지 않기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정보 분류 카드 놀이</a:t>
            </a:r>
          </a:p>
          <a:p>
            <a:r>
              <a:t>- 카드 24장을 넣어도 되는 것, 조건을 지키면 되는 것, 넣으면 안 되는 것으로 나눠 봅시다.</a:t>
            </a:r>
          </a:p>
          <a:p>
            <a:r>
              <a:t>  · 이름과 사진, 집 주소는 넣으면 안 됩니다.</a:t>
            </a:r>
          </a:p>
          <a:p>
            <a:r>
              <a:t>- ‘내가 쓴 글’ 카드는 어디에 놓아야 할까요?</a:t>
            </a:r>
          </a:p>
          <a:p>
            <a:r>
              <a:t>  · 내 이름이나 학교가 안 나오게 지우면 넣어도 될 것 같습니다.</a:t>
            </a:r>
          </a:p>
          <a:p/>
          <a:p>
            <a:r>
              <a:t>준비물·유의점</a:t>
            </a:r>
          </a:p>
          <a:p>
            <a:r>
              <a:t>★ 정보 분류 카드 24장</a:t>
            </a:r>
          </a:p>
          <a:p>
            <a:r>
              <a:t>★ 웹앱 정보 분류 카드</a:t>
            </a:r>
          </a:p>
          <a:p>
            <a:r>
              <a:t>☆ 학교 AI 사용 안내문</a:t>
            </a:r>
          </a:p>
          <a:p>
            <a:r>
              <a:t>△ 서비스별 사용 가능 연령을 함께 확인</a:t>
            </a:r>
          </a:p>
          <a:p>
            <a:r>
              <a:t>△ 실제 개인정보를 활동 중에 입력하지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왜 위험한지 근거 말하기</a:t>
            </a:r>
          </a:p>
          <a:p>
            <a:r>
              <a:t>- 빨간 칸에 놓은 카드는 왜 위험한가요?</a:t>
            </a:r>
          </a:p>
          <a:p>
            <a:r>
              <a:t>  · 나뿐 아니라 다른 사람의 정보까지 넘어가기 때문입니다.</a:t>
            </a:r>
          </a:p>
          <a:p/>
          <a:p>
            <a:r>
              <a:t>준비물·유의점</a:t>
            </a:r>
          </a:p>
          <a:p>
            <a:r>
              <a:t>★ 정보 분류 카드 24장</a:t>
            </a:r>
          </a:p>
          <a:p>
            <a:r>
              <a:t>★ 웹앱 정보 분류 카드</a:t>
            </a:r>
          </a:p>
          <a:p>
            <a:r>
              <a:t>☆ 학교 AI 사용 안내문</a:t>
            </a:r>
          </a:p>
          <a:p>
            <a:r>
              <a:t>△ 서비스별 사용 가능 연령을 함께 확인</a:t>
            </a:r>
          </a:p>
          <a:p>
            <a:r>
              <a:t>△ 실제 개인정보를 활동 중에 입력하지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개인정보 지킴이 수칙 만들기</a:t>
            </a:r>
          </a:p>
          <a:p>
            <a:r>
              <a:t>- 모둠에서 지킬 수칙 5개를 우리 말로 정해 봅시다.</a:t>
            </a:r>
          </a:p>
          <a:p>
            <a:r>
              <a:t>  · 이름 대신 별명을 쓴다, 친구 이야기는 넣지 않는다 등을 정했습니다.</a:t>
            </a:r>
          </a:p>
          <a:p/>
          <a:p>
            <a:r>
              <a:t>준비물·유의점</a:t>
            </a:r>
          </a:p>
          <a:p>
            <a:r>
              <a:t>★ 정보 분류 카드 24장</a:t>
            </a:r>
          </a:p>
          <a:p>
            <a:r>
              <a:t>★ 웹앱 정보 분류 카드</a:t>
            </a:r>
          </a:p>
          <a:p>
            <a:r>
              <a:t>☆ 학교 AI 사용 안내문</a:t>
            </a:r>
          </a:p>
          <a:p>
            <a:r>
              <a:t>△ 서비스별 사용 가능 연령을 함께 확인</a:t>
            </a:r>
          </a:p>
          <a:p>
            <a:r>
              <a:t>△ 실제 개인정보를 활동 중에 입력하지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카드별 학급 분류 분포와 의견이 갈린 카드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실제 개인정보를 활동 중에 입력하지 않는다.</a:t>
            </a:r>
          </a:p>
          <a:p>
            <a:r>
              <a:t>특정 학생의 실제 사례를 예로 들지 않는다.</a:t>
            </a:r>
          </a:p>
          <a:p>
            <a:r>
              <a:t>서비스별 사용 가능 연령을 함께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오늘 정한 수칙 중 가장 지키기 어려운 것은 무엇인가요?</a:t>
            </a:r>
          </a:p>
          <a:p>
            <a:r>
              <a:t>  · 친구 이야기를 안 하는 것이 어려울 것 같습니다.</a:t>
            </a:r>
          </a:p>
          <a:p/>
          <a:p>
            <a:r>
              <a:t>준비물</a:t>
            </a:r>
          </a:p>
          <a:p>
            <a:r>
              <a:t>★ 개인정보 지킴이 수칙 게시물</a:t>
            </a:r>
          </a:p>
          <a:p>
            <a:r>
              <a:t>△ 교실에 게시하여 이후 차시에서 계속 참조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시간부터는 AI를 언제 어디까지 쓸지 우리가 정해 봅시다.</a:t>
            </a:r>
          </a:p>
          <a:p/>
          <a:p>
            <a:r>
              <a:t>준비물</a:t>
            </a:r>
          </a:p>
          <a:p>
            <a:r>
              <a:t>★ 개인정보 지킴이 수칙 게시물</a:t>
            </a:r>
          </a:p>
          <a:p>
            <a:r>
              <a:t>△ 교실에 게시하여 이후 차시에서 계속 참조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4차시  ·  모듈1 WISE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내 정보는 안전할까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AI에 넣어도 되는 정보와 넣으면 안 되는 정보를 가려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AI에 넣어도 되는 정보와 넣으면 안 되는 정보를 가려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친구가 AI에게 ‘우리 반 ○○이랑 싸웠는데 어떡하지’라고 물었습니다. 괜찮을까요?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한 번 넣은 정보는 다시 지울 수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1] 정보 분류 카드 놀이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카드 24장을 넣어도 되는 것, 조건을 지키면 되는 것, 넣으면 안 되는 것으로 나눠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‘내가 쓴 글’ 카드는 어디에 놓아야 할까요?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2] 왜 위험한지 근거 말하기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빨간 칸에 놓은 카드는 왜 위험한가요?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3] 개인정보 지킴이 수칙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모둠에서 지킬 수칙 5개를 우리 말로 정해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정보 분류 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정보 카드 24장을 입력 가능·조건부·입력 금지로 끌어다 놓고, 근거를 적어 학급 결과와 비교한다.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카드 3칸 분류판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근거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학급 집계 비교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개인정보 지킴이 수칙 만들기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웹앱 없이 인쇄 카드 24장과 모둠 분류판만으로 동일하게 진행한다.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오늘 정한 수칙 중 가장 지키기 어려운 것은 무엇인가요?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시간부터는 AI를 언제 어디까지 쓸지 우리가 정해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정보 분류 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정보 카드 24장을 입력 가능·조건부·입력 금지로 끌어다 놓고, 근거를 적어 학급 결과와 비교한다.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https://legoschool.github.io/wise-ai/webapp/L04/</a:t>
            </a:r>
          </a:p>
        </p:txBody>
      </p:sp>
      <p:pic>
        <p:nvPicPr>
          <p:cNvPr id="6" name="Picture 5" descr="L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4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4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카드 3칸 분류판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2단계 · 훈련장</a:t>
            </a:r>
          </a:p>
        </p:txBody>
      </p:sp>
      <p:pic>
        <p:nvPicPr>
          <p:cNvPr id="4" name="Picture 3" descr="L04_3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근거 쓰기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3단계 · 분류실</a:t>
            </a:r>
          </a:p>
        </p:txBody>
      </p:sp>
      <p:pic>
        <p:nvPicPr>
          <p:cNvPr id="4" name="Picture 3" descr="L04_4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학급 집계 비교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4단계 · 열람실</a:t>
            </a:r>
          </a:p>
        </p:txBody>
      </p:sp>
      <p:pic>
        <p:nvPicPr>
          <p:cNvPr id="4" name="Picture 3" descr="L04_5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개인정보 지킴이 수칙 만들기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5단계 · 조건 작성소</a:t>
            </a:r>
          </a:p>
        </p:txBody>
      </p:sp>
      <p:pic>
        <p:nvPicPr>
          <p:cNvPr id="4" name="Picture 3" descr="L04_6_c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조건 작성소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6단계 · 우리 반과 견주기</a:t>
            </a:r>
          </a:p>
        </p:txBody>
      </p:sp>
      <p:pic>
        <p:nvPicPr>
          <p:cNvPr id="4" name="Picture 3" descr="L04_7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우리 반과 견주기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카드별 학급 분류 분포와 의견이 갈린 카드 확인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개인정보와 민감정보는 한 번 입력하면 되돌리기 어렵고, AI 서비스에는 사용 가능 연령과 학교의 기준이 있다.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 활용 여부와 방식을 스스로 선택할 수 있는 권리가 나에게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