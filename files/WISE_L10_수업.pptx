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나의 AI 사용 습관을 점검하고 디지털 웰빙 약속을 정해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AI가 아주 잘하는 일 세 가지를 말해 봅시다.</a:t>
            </a:r>
          </a:p>
          <a:p>
            <a:r>
              <a:t>  · 빠르게 정리하기, 예시 만들기, 번역하기입니다.</a:t>
            </a:r>
          </a:p>
          <a:p>
            <a:r>
              <a:t>- 그럼 AI가 못 하는 일도 있을까요?</a:t>
            </a:r>
          </a:p>
          <a:p>
            <a:r>
              <a:t>  · 제 마음을 진짜로 알아주는 일은 못 할 것 같습니다.</a:t>
            </a:r>
          </a:p>
          <a:p/>
          <a:p>
            <a:r>
              <a:t>준비물</a:t>
            </a:r>
          </a:p>
          <a:p>
            <a:r>
              <a:t>☆ 학습문제 PPT</a:t>
            </a:r>
          </a:p>
          <a:p>
            <a:r>
              <a:t>★ 자가 점검표</a:t>
            </a:r>
          </a:p>
          <a:p>
            <a:r>
              <a:t>△ 사용량이 많은 학생을 지적하는 분위기가 되지 않게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일주일 사용 습관 점검하기</a:t>
            </a:r>
          </a:p>
          <a:p>
            <a:r>
              <a:t>- 점검표에 최근 일주일 동안 AI를 언제, 왜 썼는지 표시해 봅시다.</a:t>
            </a:r>
          </a:p>
          <a:p>
            <a:r>
              <a:t>  · 숙제할 때 가장 많이 썼습니다.</a:t>
            </a:r>
          </a:p>
          <a:p>
            <a:r>
              <a:t>- 그중 보조였던 것과 대행이었던 것을 나눠 봅시다.</a:t>
            </a:r>
          </a:p>
          <a:p>
            <a:r>
              <a:t>  · 절반쯤은 대행에 가까웠습니다.</a:t>
            </a:r>
          </a:p>
          <a:p/>
          <a:p>
            <a:r>
              <a:t>준비물·유의점</a:t>
            </a:r>
          </a:p>
          <a:p>
            <a:r>
              <a:t>★ 웹앱 사용 습관 자가 점검</a:t>
            </a:r>
          </a:p>
          <a:p>
            <a:r>
              <a:t>★ 디지털 웰빙 약속판</a:t>
            </a:r>
          </a:p>
          <a:p>
            <a:r>
              <a:t>△ 응답은 익명으로 처리하고 개인 결과를 공개하지 않기</a:t>
            </a:r>
          </a:p>
          <a:p>
            <a:r>
              <a:t>△ 도움이 필요해 보이는 학생은 수업 후 개별 면담으로 연결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AI가 못 하는 일 찾기</a:t>
            </a:r>
          </a:p>
          <a:p>
            <a:r>
              <a:t>- AI에게 부탁할 수 없는 일에는 무엇이 있을까요?</a:t>
            </a:r>
          </a:p>
          <a:p>
            <a:r>
              <a:t>  · 친구와 화해하기, 함께 웃기, 안아 주기입니다.</a:t>
            </a:r>
          </a:p>
          <a:p>
            <a:r>
              <a:t>- 마음이 많이 힘들 때는 누구에게 말해야 할까요?</a:t>
            </a:r>
          </a:p>
          <a:p>
            <a:r>
              <a:t>  · 부모님, 선생님처럼 믿을 수 있는 어른에게 먼저 말해야 합니다.</a:t>
            </a:r>
          </a:p>
          <a:p/>
          <a:p>
            <a:r>
              <a:t>준비물·유의점</a:t>
            </a:r>
          </a:p>
          <a:p>
            <a:r>
              <a:t>★ 웹앱 사용 습관 자가 점검</a:t>
            </a:r>
          </a:p>
          <a:p>
            <a:r>
              <a:t>★ 디지털 웰빙 약속판</a:t>
            </a:r>
          </a:p>
          <a:p>
            <a:r>
              <a:t>△ 응답은 익명으로 처리하고 개인 결과를 공개하지 않기</a:t>
            </a:r>
          </a:p>
          <a:p>
            <a:r>
              <a:t>△ 도움이 필요해 보이는 학생은 수업 후 개별 면담으로 연결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디지털 웰빙 약속 정하기</a:t>
            </a:r>
          </a:p>
          <a:p>
            <a:r>
              <a:t>- 내가 지킬 약속 3가지를 구체적으로 적어 봅시다.</a:t>
            </a:r>
          </a:p>
          <a:p>
            <a:r>
              <a:t>  · 자기 전 30분은 화면을 보지 않겠다고 정했습니다.</a:t>
            </a:r>
          </a:p>
          <a:p/>
          <a:p>
            <a:r>
              <a:t>준비물·유의점</a:t>
            </a:r>
          </a:p>
          <a:p>
            <a:r>
              <a:t>★ 웹앱 사용 습관 자가 점검</a:t>
            </a:r>
          </a:p>
          <a:p>
            <a:r>
              <a:t>★ 디지털 웰빙 약속판</a:t>
            </a:r>
          </a:p>
          <a:p>
            <a:r>
              <a:t>△ 응답은 익명으로 처리하고 개인 결과를 공개하지 않기</a:t>
            </a:r>
          </a:p>
          <a:p>
            <a:r>
              <a:t>△ 도움이 필요해 보이는 학생은 수업 후 개별 면담으로 연결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학급 익명 집계만 표시. 개별 응답을 볼 수 있는 화면을 만들지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응답은 익명으로 처리하고 개인 결과를 공개하지 않는다.</a:t>
            </a:r>
          </a:p>
          <a:p>
            <a:r>
              <a:t>사용량이 많은 학생을 지적하는 분위기가 되지 않게 한다.</a:t>
            </a:r>
          </a:p>
          <a:p>
            <a:r>
              <a:t>정서적 어려움이 드러나면 수업 후 개별 면담으로 연결한다.</a:t>
            </a:r>
          </a:p>
          <a:p>
            <a:r>
              <a:t>위험 신호를 개인별로 표시하는 화면을 만들지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오늘 정한 약속 중 오늘 바로 지킬 수 있는 것은 무엇인가요?</a:t>
            </a:r>
          </a:p>
          <a:p>
            <a:r>
              <a:t>  · 모르는 것을 먼저 스스로 생각해 보는 일입니다.</a:t>
            </a:r>
          </a:p>
          <a:p/>
          <a:p>
            <a:r>
              <a:t>준비물</a:t>
            </a:r>
          </a:p>
          <a:p>
            <a:r>
              <a:t>★ 디지털 웰빙 약속 3가지</a:t>
            </a:r>
          </a:p>
          <a:p>
            <a:r>
              <a:t>△ 힘든 마음은 어른에게 말하기 안내 문구 재확인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AI로 우리 마을의 문제를 도와봅시다.</a:t>
            </a:r>
          </a:p>
          <a:p/>
          <a:p>
            <a:r>
              <a:t>준비물</a:t>
            </a:r>
          </a:p>
          <a:p>
            <a:r>
              <a:t>★ 디지털 웰빙 약속 3가지</a:t>
            </a:r>
          </a:p>
          <a:p>
            <a:r>
              <a:t>△ 힘든 마음은 어른에게 말하기 안내 문구 재확인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10차시  ·  모듈3 WISE 실천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AI에 기대도 괜찮을까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나의 AI 사용 습관을 점검하고 디지털 웰빙 약속을 정해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나의 AI 사용 습관을 점검하고 디지털 웰빙 약속을 정해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AI가 아주 잘하는 일 세 가지를 말해 봅시다.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그럼 AI가 못 하는 일도 있을까요?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1] 일주일 사용 습관 점검하기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점검표에 최근 일주일 동안 AI를 언제, 왜 썼는지 표시해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그중 보조였던 것과 대행이었던 것을 나눠 봅시다.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2] AI가 못 하는 일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AI에게 부탁할 수 없는 일에는 무엇이 있을까요?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마음이 많이 힘들 때는 누구에게 말해야 할까요?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3] 디지털 웰빙 약속 정하기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내가 지킬 약속 3가지를 구체적으로 적어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사용 습관 자가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일주일 사용 습관을 익명으로 점검하고 학급 평균만 보여 주며, 디지털 웰빙 약속 3가지를 정한다.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일주일 사용 기록 체크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보조·대행 비율 자동 계산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AI가 못 하는 일 모으기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내 디지털 웰빙 약속 3가지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종이 자가 점검표로 진행하고, 학급 집계는 손 들기로 익명 집계한다.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오늘 정한 약속 중 오늘 바로 지킬 수 있는 것은 무엇인가요?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AI로 우리 마을의 문제를 도와봅시다.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사용 습관 자가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일주일 사용 습관을 익명으로 점검하고 학급 평균만 보여 주며, 디지털 웰빙 약속 3가지를 정한다.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https://legoschool.github.io/wise-ai/webapp/L10/</a:t>
            </a:r>
          </a:p>
        </p:txBody>
      </p:sp>
      <p:pic>
        <p:nvPicPr>
          <p:cNvPr id="6" name="Picture 5" descr="L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10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10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일주일 사용 기록 체크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2단계 · 기록칸</a:t>
            </a:r>
          </a:p>
        </p:txBody>
      </p:sp>
      <p:pic>
        <p:nvPicPr>
          <p:cNvPr id="4" name="Picture 3" descr="L10_3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보조·대행 비율 자동 계산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3단계 · 저울칸</a:t>
            </a:r>
          </a:p>
        </p:txBody>
      </p:sp>
      <p:pic>
        <p:nvPicPr>
          <p:cNvPr id="4" name="Picture 3" descr="L10_4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AI가 못 하는 일 모으기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4단계 · 부탁 시험소</a:t>
            </a:r>
          </a:p>
        </p:txBody>
      </p:sp>
      <p:pic>
        <p:nvPicPr>
          <p:cNvPr id="4" name="Picture 3" descr="L10_5_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내 디지털 웰빙 약속 3가지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5단계 · 약속 작성소</a:t>
            </a:r>
          </a:p>
        </p:txBody>
      </p:sp>
      <p:pic>
        <p:nvPicPr>
          <p:cNvPr id="4" name="Picture 3" descr="L10_6_v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약속 작성소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6단계 · 우리 반과 견주기</a:t>
            </a:r>
          </a:p>
        </p:txBody>
      </p:sp>
      <p:pic>
        <p:nvPicPr>
          <p:cNvPr id="4" name="Picture 3" descr="L10_7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우리 반과 견주기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학급 익명 집계만 표시. 개별 응답을 볼 수 있는 화면을 만들지 않는다.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 활용 중 발견한 한계를 바탕으로 다음 계획을 세울 수 있다.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AI와 일할 때도 사람과의 관계가 중심이다.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