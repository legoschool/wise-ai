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해결 결과물을 만들어 발표하고 12차시를 돌아봅시다.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지난 시간에 세운 계획을 다시 확인해 봅시다. 무엇부터 하면 될까요?</a:t>
            </a:r>
          </a:p>
          <a:p>
            <a:r>
              <a:t>  · 모은 사진에 라벨을 붙이는 일부터 하면 됩니다.</a:t>
            </a:r>
          </a:p>
          <a:p/>
          <a:p>
            <a:r>
              <a:t>준비물</a:t>
            </a:r>
          </a:p>
          <a:p>
            <a:r>
              <a:t>★ 11차시 설계도</a:t>
            </a:r>
          </a:p>
          <a:p>
            <a:r>
              <a:t>☆ 발표 자료 양식</a:t>
            </a:r>
          </a:p>
          <a:p>
            <a:r>
              <a:t>△ 모둠별 진행 상황 미리 점검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결과물 완성하기</a:t>
            </a:r>
          </a:p>
          <a:p>
            <a:r>
              <a:t>- 계획한 순서대로 결과물을 완성해 봅시다.</a:t>
            </a:r>
          </a:p>
          <a:p>
            <a:r>
              <a:t>  · 분리배출 안내판과 간단한 분류 모델을 만들었습니다.</a:t>
            </a:r>
          </a:p>
          <a:p/>
          <a:p>
            <a:r>
              <a:t>준비물·유의점</a:t>
            </a:r>
          </a:p>
          <a:p>
            <a:r>
              <a:t>★ 웹앱 프로젝트 발표와 성찰</a:t>
            </a:r>
          </a:p>
          <a:p>
            <a:r>
              <a:t>★ 공통 웹앱 사후 설문</a:t>
            </a:r>
          </a:p>
          <a:p>
            <a:r>
              <a:t>☆ 캔바</a:t>
            </a:r>
          </a:p>
          <a:p>
            <a:r>
              <a:t>△ 결과물의 완성도보다 판단 과정을 평가</a:t>
            </a:r>
          </a:p>
          <a:p>
            <a:r>
              <a:t>△ 발표가 어려운 학생은 모둠 대표 설명으로 대체 가능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발표하고 활용 과정 설명하기</a:t>
            </a:r>
          </a:p>
          <a:p>
            <a:r>
              <a:t>- 결과물과 함께 AI를 어디에 어느 정도 썼는지 설명해 봅시다.</a:t>
            </a:r>
          </a:p>
          <a:p>
            <a:r>
              <a:t>  · 사진 분류는 AI가 했고, 어떤 항목을 넣을지는 우리가 정했습니다.</a:t>
            </a:r>
          </a:p>
          <a:p>
            <a:r>
              <a:t>- 우리 반 약속 중 어떤 조항을 지켰나요?</a:t>
            </a:r>
          </a:p>
          <a:p>
            <a:r>
              <a:t>  · 개인정보를 넣지 않는다는 조항과 활용 사실을 밝힌다는 조항입니다.</a:t>
            </a:r>
          </a:p>
          <a:p/>
          <a:p>
            <a:r>
              <a:t>준비물·유의점</a:t>
            </a:r>
          </a:p>
          <a:p>
            <a:r>
              <a:t>★ 웹앱 프로젝트 발표와 성찰</a:t>
            </a:r>
          </a:p>
          <a:p>
            <a:r>
              <a:t>★ 공통 웹앱 사후 설문</a:t>
            </a:r>
          </a:p>
          <a:p>
            <a:r>
              <a:t>☆ 캔바</a:t>
            </a:r>
          </a:p>
          <a:p>
            <a:r>
              <a:t>△ 결과물의 완성도보다 판단 과정을 평가</a:t>
            </a:r>
          </a:p>
          <a:p>
            <a:r>
              <a:t>△ 발표가 어려운 학생은 모둠 대표 설명으로 대체 가능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12차시 돌아보기</a:t>
            </a:r>
          </a:p>
          <a:p>
            <a:r>
              <a:t>- 첫 시간과 지금, AI에 대한 내 생각은 어떻게 달라졌나요?</a:t>
            </a:r>
          </a:p>
          <a:p>
            <a:r>
              <a:t>  · 예전에는 편한 도구라고만 생각했는데 지금은 확인이 필요한 도구라고 생각합니다.</a:t>
            </a:r>
          </a:p>
          <a:p>
            <a:r>
              <a:t>- 사후 설문에 솔직하게 답해 봅시다.</a:t>
            </a:r>
          </a:p>
          <a:p>
            <a:r>
              <a:t>  · 가장 잘 지킨 조항과 가장 어려웠던 조항을 적었습니다.</a:t>
            </a:r>
          </a:p>
          <a:p/>
          <a:p>
            <a:r>
              <a:t>준비물·유의점</a:t>
            </a:r>
          </a:p>
          <a:p>
            <a:r>
              <a:t>★ 웹앱 프로젝트 발표와 성찰</a:t>
            </a:r>
          </a:p>
          <a:p>
            <a:r>
              <a:t>★ 공통 웹앱 사후 설문</a:t>
            </a:r>
          </a:p>
          <a:p>
            <a:r>
              <a:t>☆ 캔바</a:t>
            </a:r>
          </a:p>
          <a:p>
            <a:r>
              <a:t>△ 결과물의 완성도보다 판단 과정을 평가</a:t>
            </a:r>
          </a:p>
          <a:p>
            <a:r>
              <a:t>△ 발표가 어려운 학생은 모둠 대표 설명으로 대체 가능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모둠 발표 순서, 성찰문 모음, 사후 설문 응답률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결과물의 완성도보다 판단 과정을 평가한다.</a:t>
            </a:r>
          </a:p>
          <a:p>
            <a:r>
              <a:t>사후 설문은 익명으로 받는다.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- 12차시를 한 문장으로 정리해 봅시다.</a:t>
            </a:r>
          </a:p>
          <a:p>
            <a:r>
              <a:t>  · AI는 제 생각을 도와주는 도구이고, 마지막 결정은 제가 합니다.</a:t>
            </a:r>
          </a:p>
          <a:p/>
          <a:p>
            <a:r>
              <a:t>준비물</a:t>
            </a:r>
          </a:p>
          <a:p>
            <a:r>
              <a:t>★ 프로젝트 결과물, 성찰문</a:t>
            </a:r>
          </a:p>
          <a:p>
            <a:r>
              <a:t>△ 약속 점검 일정을 학급 달력에 표시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실천 다짐</a:t>
            </a:r>
          </a:p>
          <a:p>
            <a:r>
              <a:t>- 우리 반 AI 약속을 학기 끝까지 어떻게 점검할까요?</a:t>
            </a:r>
          </a:p>
          <a:p>
            <a:r>
              <a:t>  · 한 달에 한 번 함께 읽고 고칠 부분을 정하기로 했습니다.</a:t>
            </a:r>
          </a:p>
          <a:p/>
          <a:p>
            <a:r>
              <a:t>준비물</a:t>
            </a:r>
          </a:p>
          <a:p>
            <a:r>
              <a:t>★ 프로젝트 결과물, 성찰문</a:t>
            </a:r>
          </a:p>
          <a:p>
            <a:r>
              <a:t>△ 약속 점검 일정을 학급 달력에 표시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12차시  ·  모듈3 WISE 실천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AI for Good 프로젝트(2), 만들고 나누고 돌아보기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해결 결과물을 만들어 발표하고 12차시를 돌아봅시다.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해결 결과물을 만들어 발표하고 12차시를 돌아봅시다.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지난 시간에 세운 계획을 다시 확인해 봅시다. 무엇부터 하면 될까요?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1] 결과물 완성하기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계획한 순서대로 결과물을 완성해 봅시다.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2] 발표하고 활용 과정 설명하기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결과물과 함께 AI를 어디에 어느 정도 썼는지 설명해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우리 반 약속 중 어떤 조항을 지켰나요?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3] 12차시 돌아보기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첫 시간과 지금, AI에 대한 내 생각은 어떻게 달라졌나요?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사후 설문에 솔직하게 답해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프로젝트 발표와 성찰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완성한 결과물의 AI 활용 범위를 표기해 발표하고, 12차시 성찰문과 사후 설문을 함께 기록한다.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결과물 소개 등록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AI 활용 범위 표기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지킨 약속 조항 체크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12차시 성찰문과 사후 설문 연결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발표가 어려운 학생은 모둠 대표 설명으로 대체하고, 성찰문은 종이로 제출한다.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12차시를 한 문장으로 정리해 봅시다.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실천 다짐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우리 반 AI 약속을 학기 끝까지 어떻게 점검할까요?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프로젝트 발표와 성찰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완성한 결과물의 AI 활용 범위를 표기해 발표하고, 12차시 성찰문과 사후 설문을 함께 기록한다.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https://legoschool.github.io/wise-ai/webapp/L12/</a:t>
            </a:r>
          </a:p>
        </p:txBody>
      </p:sp>
      <p:pic>
        <p:nvPicPr>
          <p:cNvPr id="6" name="Picture 5" descr="L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12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12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결과물 소개 등록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2단계 · booth</a:t>
            </a:r>
          </a:p>
        </p:txBody>
      </p:sp>
      <p:pic>
        <p:nvPicPr>
          <p:cNvPr id="4" name="Picture 3" descr="L12_3_boo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AI 활용 범위 표기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3단계 · 이름표 붙이기</a:t>
            </a:r>
          </a:p>
        </p:txBody>
      </p:sp>
      <p:pic>
        <p:nvPicPr>
          <p:cNvPr id="4" name="Picture 3" descr="L12_4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지킨 약속 조항 체크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4단계 · pledge</a:t>
            </a:r>
          </a:p>
        </p:txBody>
      </p:sp>
      <p:pic>
        <p:nvPicPr>
          <p:cNvPr id="4" name="Picture 3" descr="L12_5_pl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12차시 성찰문과 사후 설문 연결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5단계 · tour</a:t>
            </a:r>
          </a:p>
        </p:txBody>
      </p:sp>
      <p:pic>
        <p:nvPicPr>
          <p:cNvPr id="4" name="Picture 3" descr="L12_6_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tour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6단계 · back2</a:t>
            </a:r>
          </a:p>
        </p:txBody>
      </p:sp>
      <p:pic>
        <p:nvPicPr>
          <p:cNvPr id="4" name="Picture 3" descr="L12_7_bac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back2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모둠 발표 순서, 성찰문 모음, 사후 설문 응답률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AI를 활용하여 지역 사회 문제 해결에 기여할 수 있다.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결과물의 근거와 AI 활용 범위를 스스로 설명할 수 있어야 내 결과물이다.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