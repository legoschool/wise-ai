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AI가 어떻게 배우는지 알아보고, AI가 우리의 생각을 도와주는지 대신해 주는지 생각해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(동물 사진) 컴퓨터에게 강아지인지 고양이인지 물으면 정확히 맞힐 수 있을까요?</a:t>
            </a:r>
          </a:p>
          <a:p>
            <a:r>
              <a:t>  · 맞힐 수 있을 것 같습니다.</a:t>
            </a:r>
          </a:p>
          <a:p>
            <a:r>
              <a:t>  · 어떻게 아는지 궁금합니다.</a:t>
            </a:r>
          </a:p>
          <a:p>
            <a:r>
              <a:t>- ‘인공지능은 어떻게 배울까’ 영상을 봅시다. 컴퓨터는 누구에게 배웠을까요?</a:t>
            </a:r>
          </a:p>
          <a:p>
            <a:r>
              <a:t>  · 사람이 가르쳐 준 것 같습니다.</a:t>
            </a:r>
          </a:p>
          <a:p>
            <a:r>
              <a:t>  · 사진을 아주 많이 본 것 같습니다.</a:t>
            </a:r>
          </a:p>
          <a:p/>
          <a:p>
            <a:r>
              <a:t>준비물</a:t>
            </a:r>
          </a:p>
          <a:p>
            <a:r>
              <a:t>☆ 동기유발 영상</a:t>
            </a:r>
          </a:p>
          <a:p>
            <a:r>
              <a:t>★ 학습문제 PPT</a:t>
            </a:r>
          </a:p>
          <a:p>
            <a:r>
              <a:t>△ 티처스랩 ‘데이터로 세상 읽기’ 발췌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AI는 어떻게 배우는지 알아보기</a:t>
            </a:r>
          </a:p>
          <a:p>
            <a:r>
              <a:t>- AI에게 강아지와 고양이를 구분하게 하려면 사람이 무엇을 해 주어야 할까요?</a:t>
            </a:r>
          </a:p>
          <a:p>
            <a:r>
              <a:t>  · 사진을 많이 보여 주고, 무엇이 무엇인지 이름표를 붙여 주어야 합니다.</a:t>
            </a:r>
          </a:p>
          <a:p>
            <a:r>
              <a:t>- 머신러닝 체험 도구에 사진을 모으고 라벨을 붙여 봅시다. 이 사진을 무엇이라 부를까요?</a:t>
            </a:r>
          </a:p>
          <a:p>
            <a:r>
              <a:t>  · AI를 가르치는 ‘학습 데이터’입니다.</a:t>
            </a:r>
          </a:p>
          <a:p/>
          <a:p>
            <a:r>
              <a:t>준비물·유의점</a:t>
            </a:r>
          </a:p>
          <a:p>
            <a:r>
              <a:t>☆ 머신러닝 체험 도구(엔트리 등)</a:t>
            </a:r>
          </a:p>
          <a:p>
            <a:r>
              <a:t>★ 데이터 수집·라벨링 활동지</a:t>
            </a:r>
          </a:p>
          <a:p>
            <a:r>
              <a:t>★ 웹앱 데이터 실험실</a:t>
            </a:r>
          </a:p>
          <a:p>
            <a:r>
              <a:t>△ ‘데이터→결과 변화’ 발견에 초점</a:t>
            </a:r>
          </a:p>
          <a:p>
            <a:r>
              <a:t>△ 개인정보가 담긴 사진은 쓰지 않도록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데이터로 AI 가르치기</a:t>
            </a:r>
          </a:p>
          <a:p>
            <a:r>
              <a:t>- 모델을 학습시키고 새 사진으로 테스트해 봅시다. 한쪽 데이터를 적게 넣어 다시 학습시키면 어떻게 될까요?</a:t>
            </a:r>
          </a:p>
          <a:p>
            <a:r>
              <a:t>  · 데이터가 적은 쪽을 자주 틀렸습니다. 배운 적이 없기 때문입니다.</a:t>
            </a:r>
          </a:p>
          <a:p>
            <a:r>
              <a:t>- AI를 똑똑하게 만드는 것은 누구일까요?</a:t>
            </a:r>
          </a:p>
          <a:p>
            <a:r>
              <a:t>  · 데이터를 모으고 무엇을 가르칠지 정하는 사람입니다.</a:t>
            </a:r>
          </a:p>
          <a:p/>
          <a:p>
            <a:r>
              <a:t>준비물·유의점</a:t>
            </a:r>
          </a:p>
          <a:p>
            <a:r>
              <a:t>☆ 머신러닝 체험 도구(엔트리 등)</a:t>
            </a:r>
          </a:p>
          <a:p>
            <a:r>
              <a:t>★ 데이터 수집·라벨링 활동지</a:t>
            </a:r>
          </a:p>
          <a:p>
            <a:r>
              <a:t>★ 웹앱 데이터 실험실</a:t>
            </a:r>
          </a:p>
          <a:p>
            <a:r>
              <a:t>△ ‘데이터→결과 변화’ 발견에 초점</a:t>
            </a:r>
          </a:p>
          <a:p>
            <a:r>
              <a:t>△ 개인정보가 담긴 사진은 쓰지 않도록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AI는 도우미일까, 대신해 주는 걸까</a:t>
            </a:r>
          </a:p>
          <a:p>
            <a:r>
              <a:t>- 사람이 한 일과 AI가 한 일을 나누어 봅시다. AI는 도와주나요, 대신해 주나요?</a:t>
            </a:r>
          </a:p>
          <a:p>
            <a:r>
              <a:t>  · 판단은 사람이 했으므로 AI는 우리를 도와주는 도구입니다.</a:t>
            </a:r>
          </a:p>
          <a:p/>
          <a:p>
            <a:r>
              <a:t>준비물·유의점</a:t>
            </a:r>
          </a:p>
          <a:p>
            <a:r>
              <a:t>☆ 머신러닝 체험 도구(엔트리 등)</a:t>
            </a:r>
          </a:p>
          <a:p>
            <a:r>
              <a:t>★ 데이터 수집·라벨링 활동지</a:t>
            </a:r>
          </a:p>
          <a:p>
            <a:r>
              <a:t>★ 웹앱 데이터 실험실</a:t>
            </a:r>
          </a:p>
          <a:p>
            <a:r>
              <a:t>△ ‘데이터→결과 변화’ 발견에 초점</a:t>
            </a:r>
          </a:p>
          <a:p>
            <a:r>
              <a:t>△ 개인정보가 담긴 사진은 쓰지 않도록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학급 평균 정확도, 데이터를 줄였을 때 평균 정확도, 라벨이 갈린 카드, 배움 문장 모음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1단계 · 4분</a:t>
            </a:r>
          </a:p>
          <a:p>
            <a:r>
              <a:t>카드 세 장을 보고 학생이 먼저 맞혀 본다. AI를 켜기 전에 사람이 무엇을 보고 판단하는지 말로 꺼낸다.</a:t>
            </a:r>
          </a:p>
          <a:p/>
          <a:p>
            <a:r>
              <a:t>발문 : 여러분은 무엇을 보고 강아지인지 고양이인지 정했나요?</a:t>
            </a:r>
          </a:p>
          <a:p>
            <a:r>
              <a:t>예상 답변 : 귀 모양과 몸집을 보고 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2단계 · 10분</a:t>
            </a:r>
          </a:p>
          <a:p>
            <a:r>
              <a:t>특징만 그려진 카드 20장에 강아지 또는 고양이 이름표를 붙인다. 이것이 학습 데이터가 된다.</a:t>
            </a:r>
          </a:p>
          <a:p/>
          <a:p>
            <a:r>
              <a:t>발문 : 이 카드 더미를 무엇이라고 부를까요?</a:t>
            </a:r>
          </a:p>
          <a:p>
            <a:r>
              <a:t>예상 답변 : AI를 가르치는 학습 데이터입니다.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3단계 · 11분</a:t>
            </a:r>
          </a:p>
          <a:p>
            <a:r>
              <a:t>학습 버튼을 누르면 브라우저 안에서 진짜 모델이 학습한다. 시험 카드 여섯 장으로 정확도를 재고, 모델이 어떤 특징을 근거로 삼았는지 막대로 확인한다.</a:t>
            </a:r>
          </a:p>
          <a:p/>
          <a:p>
            <a:r>
              <a:t>발문 : AI는 무엇을 보고 판단했나요?</a:t>
            </a:r>
          </a:p>
          <a:p>
            <a:r>
              <a:t>예상 답변 : 귀 모양을 가장 크게 보고 판단했습니다.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4단계 · 10분</a:t>
            </a:r>
          </a:p>
          <a:p>
            <a:r>
              <a:t>고양이 카드를 줄여 다시 학습시킨다. 정확도가 떨어지고 어떤 시험 카드가 틀리게 바뀌는지 표시된다.</a:t>
            </a:r>
          </a:p>
          <a:p/>
          <a:p>
            <a:r>
              <a:t>발문 : 왜 고양이를 자주 틀리게 되었을까요?</a:t>
            </a:r>
          </a:p>
          <a:p>
            <a:r>
              <a:t>예상 답변 : 고양이를 적게 배웠기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5단계 · 5분</a:t>
            </a:r>
          </a:p>
          <a:p>
            <a:r>
              <a:t>수업에서 있었던 일 열 가지를 사람 칸과 AI 칸으로 나눈다.</a:t>
            </a:r>
          </a:p>
          <a:p/>
          <a:p>
            <a:r>
              <a:t>발문 : AI를 똑똑하게 만든 것은 누구일까요?</a:t>
            </a:r>
          </a:p>
          <a:p>
            <a:r>
              <a:t>예상 답변 : 데이터를 모으고 이름표를 붙인 사람입니다.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정확도 경쟁으로 흐르지 않게 한다. 틀린 까닭을 데이터에서 찾는 것이 목표다.</a:t>
            </a:r>
          </a:p>
          <a:p>
            <a:r>
              <a:t>라벨이 갈린 카드는 누가 맞았는지 가리지 않고, 사람마다 다르게 볼 수 있음을 짚는다.</a:t>
            </a:r>
          </a:p>
          <a:p>
            <a:r>
              <a:t>개인정보가 담긴 사진은 쓰지 않는다. 이 앱은 사진을 올릴 수 없게 만들었다.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오늘 알게 된 점을 한 문장으로 말해 봅시다.</a:t>
            </a:r>
          </a:p>
          <a:p>
            <a:r>
              <a:t>  · AI는 사람이 준 데이터로 배우고, 데이터에 따라 결과가 달라집니다.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사람의 판단 역할에 초점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AI의 답이 늘 옳은지 확인해 봅시다.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사람의 판단 역할에 초점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1차시  ·  모듈1 WISE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AI는 어떻게 똑똑해질까, 데이터로 배우는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AI가 어떻게 배우는지 알아보고, AI가 우리의 생각을 도와주는지 대신해 주는지 생각해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AI가 어떻게 배우는지 알아보고, AI가 우리의 생각을 도와주는지 대신해 주는지 생각해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(동물 사진) 컴퓨터에게 강아지인지 고양이인지 물으면 정확히 맞힐 수 있을까요?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‘인공지능은 어떻게 배울까’ 영상을 봅시다. 컴퓨터는 누구에게 배웠을까요?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1] AI는 어떻게 배우는지 알아보기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AI에게 강아지와 고양이를 구분하게 하려면 사람이 무엇을 해 주어야 할까요?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머신러닝 체험 도구에 사진을 모으고 라벨을 붙여 봅시다. 이 사진을 무엇이라 부를까요?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2] 데이터로 AI 가르치기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모델을 학습시키고 새 사진으로 테스트해 봅시다. 한쪽 데이터를 적게 넣어 다시 학습시키면 어떻게 될까요?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AI를 똑똑하게 만드는 것은 누구일까요?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3] AI는 도우미일까, 대신해 주는 걸까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사람이 한 일과 AI가 한 일을 나누어 봅시다. AI는 도와주나요, 대신해 주나요?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데이터 실험실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카드에 직접 라벨을 붙여 브라우저 안의 분류기를 학습시키고, 시험 카드로 정확도를 확인한 뒤 한쪽 데이터를 줄여 다시 학습시켜 결과가 무너지는 것을 눈으로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1단계 나라면 어떻게 맞힐까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2단계 카드 20장에 라벨 붙이기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3단계 학습시키고 시험 보기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4단계 한쪽 데이터를 줄이면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5단계 사람이 한 일과 AI가 한 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4분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나라면 어떻게 맞힐까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카드 세 장을 보고 학생이 먼저 맞혀 본다. AI를 켜기 전에 사람이 무엇을 보고 판단하는지 말로 꺼낸다.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여러분은 무엇을 보고 강아지인지 고양이인지 정했나요?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카드 20장에 라벨 붙이기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특징만 그려진 카드 20장에 강아지 또는 고양이 이름표를 붙인다. 이것이 학습 데이터가 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이 카드 더미를 무엇이라고 부를까요?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11분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학습시키고 시험 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학습 버튼을 누르면 브라우저 안에서 진짜 모델이 학습한다. 시험 카드 여섯 장으로 정확도를 재고, 모델이 어떤 특징을 근거로 삼았는지 막대로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AI는 무엇을 보고 판단했나요?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한쪽 데이터를 줄이면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고양이 카드를 줄여 다시 학습시킨다. 정확도가 떨어지고 어떤 시험 카드가 틀리게 바뀌는지 표시된다.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왜 고양이를 자주 틀리게 되었을까요?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사람이 한 일과 AI가 한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수업에서 있었던 일 열 가지를 사람 칸과 AI 칸으로 나눈다.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AI를 똑똑하게 만든 것은 누구일까요?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부족하면 교사 화면 하나로 함께 진행한다. 인쇄한 카드 20장에 모둠이 이름표를 붙이고, 교사가 앞에서 학습과 시험을 눌러 결과를 함께 본다.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오늘 알게 된 점을 한 문장으로 말해 봅시다.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AI의 답이 늘 옳은지 확인해 봅시다.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데이터 실험실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카드에 직접 라벨을 붙여 브라우저 안의 분류기를 학습시키고, 시험 카드로 정확도를 확인한 뒤 한쪽 데이터를 줄여 다시 학습시켜 결과가 무너지는 것을 눈으로 본다.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https://legoschool.github.io/wise-ai/webapp/L01/</a:t>
            </a:r>
          </a:p>
        </p:txBody>
      </p:sp>
      <p:pic>
        <p:nvPicPr>
          <p:cNvPr id="6" name="Picture 5" descr="L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1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1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1단계 나라면 어떻게 맞힐까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2단계 · pre</a:t>
            </a:r>
          </a:p>
        </p:txBody>
      </p:sp>
      <p:pic>
        <p:nvPicPr>
          <p:cNvPr id="4" name="Picture 3" descr="L01_3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2단계 카드 20장에 라벨 붙이기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3단계 · 이름표 붙이기</a:t>
            </a:r>
          </a:p>
        </p:txBody>
      </p:sp>
      <p:pic>
        <p:nvPicPr>
          <p:cNvPr id="4" name="Picture 3" descr="L01_4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3단계 학습시키고 시험 보기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4단계 · exam</a:t>
            </a:r>
          </a:p>
        </p:txBody>
      </p:sp>
      <p:pic>
        <p:nvPicPr>
          <p:cNvPr id="4" name="Picture 3" descr="L01_5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4단계 한쪽 데이터를 줄이면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5단계 · cut</a:t>
            </a:r>
          </a:p>
        </p:txBody>
      </p:sp>
      <p:pic>
        <p:nvPicPr>
          <p:cNvPr id="4" name="Picture 3" descr="L01_6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5단계 사람이 한 일과 AI가 한 일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학급 평균 정확도, 데이터를 줄였을 때 평균 정확도, 라벨이 갈린 카드, 배움 문장 모음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AI는 사람이 준 데이터로 배우며, 데이터가 치우치면 결과도 치우친다.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문제의 성격을 파악하고 AI 활용이 적합한지 판단하는 것이 문제 분석이다.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