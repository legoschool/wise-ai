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배울 것을 한 문장으로 소개한다.</a:t>
            </a:r>
          </a:p>
          <a:p>
            <a:r>
              <a:t>내 생각을 먼저 쓰고 AI의 도움을 받아 글을 다듬어 봅시다.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학습 문제를 함께 소리 내어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동기 유발</a:t>
            </a:r>
          </a:p>
          <a:p>
            <a:r>
              <a:t>- 빈 종이 앞에서 바로 AI에게 물어본 적이 있나요? 그때 결과는 어땠나요?</a:t>
            </a:r>
          </a:p>
          <a:p>
            <a:r>
              <a:t>  · 그럴듯한데 제 이야기 같지가 않았습니다.</a:t>
            </a:r>
          </a:p>
          <a:p>
            <a:r>
              <a:t>- 순서를 바꾸면 어떻게 될까요?</a:t>
            </a:r>
          </a:p>
          <a:p>
            <a:r>
              <a:t>  · 제 생각을 먼저 쓰면 달라질 것 같습니다.</a:t>
            </a:r>
          </a:p>
          <a:p/>
          <a:p>
            <a:r>
              <a:t>준비물</a:t>
            </a:r>
          </a:p>
          <a:p>
            <a:r>
              <a:t>☆ 3단 글쓰기 안내 PPT</a:t>
            </a:r>
          </a:p>
          <a:p>
            <a:r>
              <a:t>★ 3단 글쓰기 활동지</a:t>
            </a:r>
          </a:p>
          <a:p>
            <a:r>
              <a:t>△ 우리 반 약속 2조항(내 생각 먼저)을 함께 확인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1] 1단계 내 생각 먼저 쓰기</a:t>
            </a:r>
          </a:p>
          <a:p>
            <a:r>
              <a:t>- 주제에 대해 하고 싶은 말을 5문장으로 먼저 써 봅시다.</a:t>
            </a:r>
          </a:p>
          <a:p>
            <a:r>
              <a:t>  · 생각보다 쓸 말이 많았습니다.</a:t>
            </a:r>
          </a:p>
          <a:p/>
          <a:p>
            <a:r>
              <a:t>준비물·유의점</a:t>
            </a:r>
          </a:p>
          <a:p>
            <a:r>
              <a:t>☆ 생성형 AI(교사 계정 또는 모둠 공용)</a:t>
            </a:r>
          </a:p>
          <a:p>
            <a:r>
              <a:t>★ 웹앱 3단계 글쓰기 기록판</a:t>
            </a:r>
          </a:p>
          <a:p>
            <a:r>
              <a:t>△ 2단계에서 ‘대신 써 줘’ 요청이 나오면 즉시 되짚기</a:t>
            </a:r>
          </a:p>
          <a:p>
            <a:r>
              <a:t>△ 기기가 없는 모둠은 교사 시연 결과를 함께 검토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2] 2단계 AI에게 검토받기</a:t>
            </a:r>
          </a:p>
          <a:p>
            <a:r>
              <a:t>- 내 글을 고쳐 달라고 하지 말고, 무엇이 부족한지 물어봅시다.</a:t>
            </a:r>
          </a:p>
          <a:p>
            <a:r>
              <a:t>  · 근거가 없다고 알려 주었습니다.</a:t>
            </a:r>
          </a:p>
          <a:p>
            <a:r>
              <a:t>- AI의 말 중에서 받아들일 것과 아닌 것을 나눠 봅시다.</a:t>
            </a:r>
          </a:p>
          <a:p>
            <a:r>
              <a:t>  · 어려운 낱말로 바꾸라는 말은 받아들이지 않았습니다.</a:t>
            </a:r>
          </a:p>
          <a:p/>
          <a:p>
            <a:r>
              <a:t>준비물·유의점</a:t>
            </a:r>
          </a:p>
          <a:p>
            <a:r>
              <a:t>☆ 생성형 AI(교사 계정 또는 모둠 공용)</a:t>
            </a:r>
          </a:p>
          <a:p>
            <a:r>
              <a:t>★ 웹앱 3단계 글쓰기 기록판</a:t>
            </a:r>
          </a:p>
          <a:p>
            <a:r>
              <a:t>△ 2단계에서 ‘대신 써 줘’ 요청이 나오면 즉시 되짚기</a:t>
            </a:r>
          </a:p>
          <a:p>
            <a:r>
              <a:t>△ 기기가 없는 모둠은 교사 시연 결과를 함께 검토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3] 3단계 내 말로 다시 쓰기</a:t>
            </a:r>
          </a:p>
          <a:p>
            <a:r>
              <a:t>- 세 글을 나란히 놓고 무엇이 달라졌는지 설명해 봅시다.</a:t>
            </a:r>
          </a:p>
          <a:p>
            <a:r>
              <a:t>  · 생각은 그대로인데 근거가 생겨서 더 분명해졌습니다.</a:t>
            </a:r>
          </a:p>
          <a:p/>
          <a:p>
            <a:r>
              <a:t>준비물·유의점</a:t>
            </a:r>
          </a:p>
          <a:p>
            <a:r>
              <a:t>☆ 생성형 AI(교사 계정 또는 모둠 공용)</a:t>
            </a:r>
          </a:p>
          <a:p>
            <a:r>
              <a:t>★ 웹앱 3단계 글쓰기 기록판</a:t>
            </a:r>
          </a:p>
          <a:p>
            <a:r>
              <a:t>△ 2단계에서 ‘대신 써 줘’ 요청이 나오면 즉시 되짚기</a:t>
            </a:r>
          </a:p>
          <a:p>
            <a:r>
              <a:t>△ 기기가 없는 모둠은 교사 시연 결과를 함께 검토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방 코드를 만들어 화면에 크게 띄운다.</a:t>
            </a:r>
          </a:p>
          <a:p>
            <a:r>
              <a:t>혼자 체험 경로도 함께 안내한다.</a:t>
            </a:r>
          </a:p>
          <a:p>
            <a:r>
              <a:t>교사 화면 : 학생별 3단계 완료 여부와 변화 설명 문장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1인 1기기가 아니어도 모두 참여하게 한다.</a:t>
            </a:r>
          </a:p>
          <a:p>
            <a:r>
              <a:t>2단계에서 ‘대신 써 줘’ 요청이 나오면 즉시 되짚는다.</a:t>
            </a:r>
          </a:p>
          <a:p>
            <a:r>
              <a:t>1단계를 건너뛰고 AI부터 쓰지 않게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배움 정리</a:t>
            </a:r>
          </a:p>
          <a:p>
            <a:r>
              <a:t>- 이 글은 누구의 글인가요?</a:t>
            </a:r>
          </a:p>
          <a:p>
            <a:r>
              <a:t>  · 제 글입니다. 왜 이렇게 썼는지 설명할 수 있습니다.</a:t>
            </a:r>
          </a:p>
          <a:p/>
          <a:p>
            <a:r>
              <a:t>준비물</a:t>
            </a:r>
          </a:p>
          <a:p>
            <a:r>
              <a:t>★ 3단 비교 글쓰기</a:t>
            </a:r>
          </a:p>
          <a:p>
            <a:r>
              <a:t>△ 설명할 수 있으면 내 글이라는 기준 강조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다음 차시 예고</a:t>
            </a:r>
          </a:p>
          <a:p>
            <a:r>
              <a:t>- 다음 시간에는 나의 AI 사용 습관을 돌아봅시다.</a:t>
            </a:r>
          </a:p>
          <a:p/>
          <a:p>
            <a:r>
              <a:t>준비물</a:t>
            </a:r>
          </a:p>
          <a:p>
            <a:r>
              <a:t>★ 3단 비교 글쓰기</a:t>
            </a:r>
          </a:p>
          <a:p>
            <a:r>
              <a:t>△ 설명할 수 있으면 내 글이라는 기준 강조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수업 시작 전에 방을 만들어 둔다.</a:t>
            </a:r>
          </a:p>
          <a:p>
            <a:r>
              <a:t>학생에게는 방 번호와 닉네임만 알려 준다. 이름을 묻지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 화면을 띄워 놓고 함께 입장한다.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제출이 모이면 갈린 항목부터 함께 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배운 것을 학생이 한 문장으로 말하게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059669"/>
                </a:solidFill>
                <a:latin typeface="맑은 고딕"/>
              </a:rPr>
              <a:t>9차시  ·  모듈3 WISE 실천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4577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800" b="1">
                <a:solidFill>
                  <a:srgbClr val="1F2937"/>
                </a:solidFill>
                <a:latin typeface="맑은 고딕"/>
              </a:rPr>
              <a:t>생각을 먼저, AI는 그다음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6B7280"/>
                </a:solidFill>
                <a:latin typeface="맑은 고딕"/>
              </a:rPr>
              <a:t>내 생각을 먼저 쓰고 AI의 도움을 받아 글을 다듬어 봅시다.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2026년 티처스랩 5기 교사연구회 A.N.D · CC BY-NC-SA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059669"/>
                </a:solidFill>
                <a:latin typeface="맑은 고딕"/>
              </a:rPr>
              <a:t>학습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4577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F2937"/>
                </a:solidFill>
                <a:latin typeface="맑은 고딕"/>
              </a:rPr>
              <a:t>내 생각을 먼저 쓰고 AI의 도움을 받아 글을 다듬어 봅시다.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도입 · 동기 유발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빈 종이 앞에서 바로 AI에게 물어본 적이 있나요? 그때 결과는 어땠나요?</a:t>
            </a:r>
          </a:p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순서를 바꾸면 어떻게 될까요?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59669"/>
                </a:solidFill>
                <a:latin typeface="맑은 고딕"/>
              </a:rPr>
              <a:t>[활동 1] 1단계 내 생각 먼저 쓰기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주제에 대해 하고 싶은 말을 5문장으로 먼저 써 봅시다.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59669"/>
                </a:solidFill>
                <a:latin typeface="맑은 고딕"/>
              </a:rPr>
              <a:t>[활동 2] 2단계 AI에게 검토받기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내 글을 고쳐 달라고 하지 말고, 무엇이 부족한지 물어봅시다.</a:t>
            </a:r>
          </a:p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AI의 말 중에서 받아들일 것과 아닌 것을 나눠 봅시다.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059669"/>
                </a:solidFill>
                <a:latin typeface="맑은 고딕"/>
              </a:rPr>
              <a:t>[활동 3] 3단계 내 말로 다시 쓰기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세 글을 나란히 놓고 무엇이 달라졌는지 설명해 봅시다.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오늘 쓰는 웹앱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F2937"/>
                </a:solidFill>
                <a:latin typeface="맑은 고딕"/>
              </a:rPr>
              <a:t>3단계 글쓰기 기록판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6B7280"/>
                </a:solidFill>
                <a:latin typeface="맑은 고딕"/>
              </a:rPr>
              <a:t>내 생각 먼저, AI 검토, 내 말로 재구성의 세 글을 한 화면에 나란히 저장하고 무엇이 달라졌는지 쓴다.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545775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1단계 내 생각 쓰기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2단계 AI가 짚어 준 점 기록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3단계 내 말로 다시 쓰기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세 글 나란히 비교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03120"/>
            <a:ext cx="12191695" cy="23774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기기가 없어도 함께합니다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4577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기기가 없는 모둠은 교사 시연 결과를 함께 검토하고 종이 활동지에 3단계를 기록한다.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정리 · 배움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이 글은 누구의 글인가요?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정리 · 다음 차시 예고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다음 시간에는 나의 AI 사용 습관을 돌아봅시다.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웹앱으로 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6766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F2937"/>
                </a:solidFill>
                <a:latin typeface="맑은 고딕"/>
              </a:rPr>
              <a:t>3단계 글쓰기 기록판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67665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내 생각 먼저, AI 검토, 내 말로 재구성의 세 글을 한 화면에 나란히 저장하고 무엇이 달라졌는지 쓴다.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수업 전에 선생님 화면 → 새 방 만들기 → 방 번호를 칠판에 적는다.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학생은 QR 을 찍거나 주소를 열고 방 번호와 닉네임을 넣는다.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https://legoschool.github.io/wise-ai/webapp/L09/</a:t>
            </a:r>
          </a:p>
        </p:txBody>
      </p:sp>
      <p:pic>
        <p:nvPicPr>
          <p:cNvPr id="6" name="Picture 5" descr="L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8288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학생 입장 화면</a:t>
            </a:r>
          </a:p>
        </p:txBody>
      </p:sp>
      <p:pic>
        <p:nvPicPr>
          <p:cNvPr id="4" name="Picture 3" descr="L09_0_입장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4293704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463040"/>
            <a:ext cx="475488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방 번호 여섯 자리와 닉네임만 넣는다.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나만 아는 숫자 네 자리는 사전과 사후 설문을 잇는 데만 쓴다.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기기가 없으면 둘러보기로 교사가 시연한다.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웹앱 1단계 · 허브</a:t>
            </a:r>
          </a:p>
        </p:txBody>
      </p:sp>
      <p:pic>
        <p:nvPicPr>
          <p:cNvPr id="4" name="Picture 3" descr="L09_2_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1단계 내 생각 쓰기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웹앱 2단계 · topic</a:t>
            </a:r>
          </a:p>
        </p:txBody>
      </p:sp>
      <p:pic>
        <p:nvPicPr>
          <p:cNvPr id="4" name="Picture 3" descr="L09_3_top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2단계 AI가 짚어 준 점 기록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웹앱 3단계 · draft</a:t>
            </a:r>
          </a:p>
        </p:txBody>
      </p:sp>
      <p:pic>
        <p:nvPicPr>
          <p:cNvPr id="4" name="Picture 3" descr="L09_4_dra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3단계 내 말로 다시 쓰기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웹앱 4단계 · 부탁 시험소</a:t>
            </a:r>
          </a:p>
        </p:txBody>
      </p:sp>
      <p:pic>
        <p:nvPicPr>
          <p:cNvPr id="4" name="Picture 3" descr="L09_5_as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세 글 나란히 비교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웹앱 5단계 · note</a:t>
            </a:r>
          </a:p>
        </p:txBody>
      </p:sp>
      <p:pic>
        <p:nvPicPr>
          <p:cNvPr id="4" name="Picture 3" descr="L09_6_no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note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웹앱 6단계 · rewrite</a:t>
            </a:r>
          </a:p>
        </p:txBody>
      </p:sp>
      <p:pic>
        <p:nvPicPr>
          <p:cNvPr id="4" name="Picture 3" descr="L09_7_rewr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rewrite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교사 화면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학생별 3단계 완료 여부와 변화 설명 문장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결과 크게 띄우기를 누르면 학급 화면으로 함께 본다.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CSV 로 내려받고, 수업이 끝나면 방을 잠근다.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059669"/>
                </a:solidFill>
                <a:latin typeface="맑은 고딕"/>
              </a:rPr>
              <a:t>오늘의 배움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· AI에게 원하는 결과를 얻으려면 질문을 잘 만들어야 한다.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· 되돌아봐야 앞으로 나아갈 수 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2026년 티처스랩 5기 교사연구회 A.N.D · CC BY-NC-SA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